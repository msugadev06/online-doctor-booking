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Doctor Consultation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healthcare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consultation</a:t>
            </a:r>
          </a:p>
          <a:p>
            <a:r>
              <a:t>• Appointment booking</a:t>
            </a:r>
          </a:p>
          <a:p>
            <a:r>
              <a:t>• Secure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React.js</a:t>
            </a:r>
          </a:p>
          <a:p>
            <a:r>
              <a:t>Node.js</a:t>
            </a:r>
          </a:p>
          <a:p>
            <a:r>
              <a:t>Express.js</a:t>
            </a:r>
          </a:p>
          <a:p>
            <a:r>
              <a:t>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Registration</a:t>
            </a:r>
          </a:p>
          <a:p>
            <a:r>
              <a:t>Login</a:t>
            </a:r>
          </a:p>
          <a:p>
            <a:r>
              <a:t>Dashboard</a:t>
            </a:r>
          </a:p>
          <a:p>
            <a:r>
              <a:t>Appointments</a:t>
            </a:r>
          </a:p>
          <a:p>
            <a:r>
              <a:t>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→ REST API → Node.js/Express →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 Search</a:t>
            </a:r>
          </a:p>
          <a:p>
            <a:r>
              <a:t>Book Appointment</a:t>
            </a:r>
          </a:p>
          <a:p>
            <a:r>
              <a:t>Role-based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Testing</a:t>
            </a:r>
          </a:p>
          <a:p>
            <a:r>
              <a:t>UI Testing</a:t>
            </a:r>
          </a:p>
          <a:p>
            <a:r>
              <a:t>Database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Consultation</a:t>
            </a:r>
          </a:p>
          <a:p>
            <a:r>
              <a:t>Online Payment</a:t>
            </a:r>
          </a:p>
          <a:p>
            <a:r>
              <a:t>AI 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and secure healthcare management.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